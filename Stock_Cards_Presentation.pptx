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3"/>
  </p:normalViewPr>
  <p:slideViewPr>
    <p:cSldViewPr snapToGrid="0" snapToObjects="1">
      <p:cViewPr varScale="1">
        <p:scale>
          <a:sx n="98" d="100"/>
          <a:sy n="98" d="100"/>
        </p:scale>
        <p:origin x="38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280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3B82F6"/>
                </a:solidFill>
              </a:defRPr>
            </a:pPr>
            <a:r>
              <a:t>STOCK 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1F2937"/>
                </a:solidFill>
              </a:defRPr>
            </a:pPr>
            <a:r>
              <a:t>Your Personal Stock Organization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2801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10B981"/>
                </a:solidFill>
              </a:defRPr>
            </a:pPr>
            <a:r>
              <a:t>📈 From Spreadsheet Chaos to Visual Clarity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3B82F6"/>
                </a:solidFill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188720"/>
            <a:ext cx="9144000" cy="182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0"/>
              </a:spcBef>
              <a:defRPr sz="3600">
                <a:solidFill>
                  <a:srgbClr val="1F2937"/>
                </a:solidFill>
              </a:defRPr>
            </a:pPr>
            <a:r>
              <a:t>📊  Cluttered spreadsheets</a:t>
            </a:r>
          </a:p>
          <a:p>
            <a:pPr algn="l">
              <a:spcBef>
                <a:spcPts val="2000"/>
              </a:spcBef>
              <a:defRPr sz="3600">
                <a:solidFill>
                  <a:srgbClr val="1F2937"/>
                </a:solidFill>
              </a:defRPr>
            </a:pPr>
            <a:r>
              <a:t>🤯  Information overload</a:t>
            </a:r>
          </a:p>
          <a:p>
            <a:pPr algn="l">
              <a:spcBef>
                <a:spcPts val="2000"/>
              </a:spcBef>
              <a:defRPr sz="3600">
                <a:solidFill>
                  <a:srgbClr val="1F2937"/>
                </a:solidFill>
              </a:defRPr>
            </a:pPr>
            <a:r>
              <a:t>❌  No personalization</a:t>
            </a:r>
          </a:p>
          <a:p>
            <a:pPr algn="l">
              <a:spcBef>
                <a:spcPts val="2000"/>
              </a:spcBef>
              <a:defRPr sz="3600">
                <a:solidFill>
                  <a:srgbClr val="1F2937"/>
                </a:solidFill>
              </a:defRPr>
            </a:pPr>
            <a:r>
              <a:t>⚠️  Hard to prioritize what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9436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i="1">
                <a:solidFill>
                  <a:srgbClr val="F59E0B"/>
                </a:solidFill>
              </a:defRPr>
            </a:pPr>
            <a:r>
              <a:t>Who needs better?</a:t>
            </a:r>
          </a:p>
          <a:p>
            <a:r>
              <a:t>Students • Young investors • Professionals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3B82F6"/>
                </a:solidFill>
              </a:defRPr>
            </a:pPr>
            <a:r>
              <a:t>STOCK CARDS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2801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1F2937"/>
                </a:solidFill>
              </a:defRPr>
            </a:pPr>
            <a:r>
              <a:t>A visual, card-based stock organizer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286000"/>
            <a:ext cx="10058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500"/>
              </a:spcBef>
              <a:defRPr sz="3200" b="1">
                <a:solidFill>
                  <a:srgbClr val="1F2937"/>
                </a:solidFill>
              </a:defRPr>
            </a:pPr>
            <a:r>
              <a:t>Each stock = One card with:</a:t>
            </a:r>
          </a:p>
          <a:p>
            <a:pPr algn="l">
              <a:spcBef>
                <a:spcPts val="1500"/>
              </a:spcBef>
              <a:defRPr sz="3000">
                <a:solidFill>
                  <a:srgbClr val="1F2937"/>
                </a:solidFill>
              </a:defRPr>
            </a:pPr>
            <a:r>
              <a:t>• Live prices 📊</a:t>
            </a:r>
          </a:p>
          <a:p>
            <a:pPr algn="l">
              <a:spcBef>
                <a:spcPts val="1500"/>
              </a:spcBef>
              <a:defRPr sz="3000">
                <a:solidFill>
                  <a:srgbClr val="1F2937"/>
                </a:solidFill>
              </a:defRPr>
            </a:pPr>
            <a:r>
              <a:t>• Your notes 📝</a:t>
            </a:r>
          </a:p>
          <a:p>
            <a:pPr algn="l">
              <a:spcBef>
                <a:spcPts val="1500"/>
              </a:spcBef>
              <a:defRPr sz="3000">
                <a:solidFill>
                  <a:srgbClr val="1F2937"/>
                </a:solidFill>
              </a:defRPr>
            </a:pPr>
            <a:r>
              <a:t>• Priority levels 🎯</a:t>
            </a:r>
          </a:p>
          <a:p>
            <a:pPr algn="l">
              <a:spcBef>
                <a:spcPts val="1500"/>
              </a:spcBef>
              <a:defRPr sz="3000">
                <a:solidFill>
                  <a:srgbClr val="1F2937"/>
                </a:solidFill>
              </a:defRPr>
            </a:pPr>
            <a:r>
              <a:t>• Custom tags 🏷️</a:t>
            </a:r>
          </a:p>
          <a:p>
            <a:pPr algn="l">
              <a:spcBef>
                <a:spcPts val="1500"/>
              </a:spcBef>
              <a:defRPr sz="3000">
                <a:solidFill>
                  <a:srgbClr val="1F2937"/>
                </a:solidFill>
              </a:defRPr>
            </a:pPr>
            <a:r>
              <a:t>• Price history 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6217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i="1">
                <a:solidFill>
                  <a:srgbClr val="10B981"/>
                </a:solidFill>
              </a:defRPr>
            </a:pPr>
            <a:r>
              <a:t>"Think Trello for your stock watchlist"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3B82F6"/>
                </a:solidFill>
              </a:defRPr>
            </a:pPr>
            <a: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000"/>
            </a:pPr>
            <a:r>
              <a:t>🔐</a:t>
            </a:r>
          </a:p>
          <a:p>
            <a:pPr>
              <a:spcAft>
                <a:spcPts val="300"/>
              </a:spcAft>
              <a:defRPr sz="2400" b="1">
                <a:solidFill>
                  <a:srgbClr val="1F2937"/>
                </a:solidFill>
              </a:defRPr>
            </a:pPr>
            <a:r>
              <a:t>Multi-User System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Secure • Private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000"/>
            </a:pPr>
            <a:r>
              <a:t>📊</a:t>
            </a:r>
          </a:p>
          <a:p>
            <a:pPr>
              <a:spcAft>
                <a:spcPts val="300"/>
              </a:spcAft>
              <a:defRPr sz="2400" b="1">
                <a:solidFill>
                  <a:srgbClr val="1F2937"/>
                </a:solidFill>
              </a:defRPr>
            </a:pPr>
            <a:r>
              <a:t>Live Stock Prices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Auto-fetch • Cached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4864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000"/>
            </a:pPr>
            <a:r>
              <a:t>🏷️</a:t>
            </a:r>
          </a:p>
          <a:p>
            <a:pPr>
              <a:spcAft>
                <a:spcPts val="300"/>
              </a:spcAft>
              <a:defRPr sz="2400" b="1">
                <a:solidFill>
                  <a:srgbClr val="1F2937"/>
                </a:solidFill>
              </a:defRPr>
            </a:pPr>
            <a:r>
              <a:t>Smart Tagging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Color-coded • Custom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000"/>
            </a:pPr>
            <a:r>
              <a:t>🔍</a:t>
            </a:r>
          </a:p>
          <a:p>
            <a:pPr>
              <a:spcAft>
                <a:spcPts val="300"/>
              </a:spcAft>
              <a:defRPr sz="2400" b="1">
                <a:solidFill>
                  <a:srgbClr val="1F2937"/>
                </a:solidFill>
              </a:defRPr>
            </a:pPr>
            <a:r>
              <a:t>Powerful Filtering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Search • Sort • 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3657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000"/>
            </a:pPr>
            <a:r>
              <a:t>📈</a:t>
            </a:r>
          </a:p>
          <a:p>
            <a:pPr>
              <a:spcAft>
                <a:spcPts val="300"/>
              </a:spcAft>
              <a:defRPr sz="2400" b="1">
                <a:solidFill>
                  <a:srgbClr val="1F2937"/>
                </a:solidFill>
              </a:defRPr>
            </a:pPr>
            <a:r>
              <a:t>Price Intelligence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7-day/30-day 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54864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000"/>
            </a:pPr>
            <a:r>
              <a:t>📧</a:t>
            </a:r>
          </a:p>
          <a:p>
            <a:pPr>
              <a:spcAft>
                <a:spcPts val="300"/>
              </a:spcAft>
              <a:defRPr sz="2400" b="1">
                <a:solidFill>
                  <a:srgbClr val="1F2937"/>
                </a:solidFill>
              </a:defRPr>
            </a:pPr>
            <a:r>
              <a:t>Weekly Digest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Email summaries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3B82F6"/>
                </a:solidFill>
              </a:defRPr>
            </a:pPr>
            <a:r>
              <a:t>BUILT WITH DJANGO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280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1F2937"/>
                </a:solidFill>
              </a:defRPr>
            </a:pPr>
            <a:r>
              <a:t>Deployed Live • 5 Data Models • RESTful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What I Built: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✓ User authentication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✓ Real-time price integration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✓ Database architecture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✓ Responsive interface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✓ Production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28600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9E0B"/>
                </a:solidFill>
              </a:defRPr>
            </a:pPr>
            <a:r>
              <a:t>Future Vision: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→ Interactive charts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→ Portfolio analytics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→ Real-time updates</a:t>
            </a:r>
          </a:p>
          <a:p>
            <a:pPr>
              <a:spcBef>
                <a:spcPts val="1000"/>
              </a:spcBef>
              <a:defRPr sz="2200">
                <a:solidFill>
                  <a:srgbClr val="1F2937"/>
                </a:solidFill>
              </a:defRPr>
            </a:pPr>
            <a:r>
              <a:t>→ Mobile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6B7280"/>
                </a:solidFill>
              </a:defRPr>
            </a:pPr>
            <a:r>
              <a:t>Alikhan | github.com/AlikhanIllini/Final_Project_Alikhan_alikhan4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3B82F6"/>
                </a:solidFill>
              </a:defRPr>
            </a:pPr>
            <a:r>
              <a:t>LIVE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2286000"/>
            <a:ext cx="91440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2000"/>
              </a:spcBef>
              <a:defRPr sz="3200">
                <a:solidFill>
                  <a:srgbClr val="1F2937"/>
                </a:solidFill>
              </a:defRPr>
            </a:pPr>
            <a:r>
              <a:t>1. Dashboard with stock cards</a:t>
            </a:r>
          </a:p>
          <a:p>
            <a:pPr algn="l">
              <a:spcBef>
                <a:spcPts val="2000"/>
              </a:spcBef>
              <a:defRPr sz="3200">
                <a:solidFill>
                  <a:srgbClr val="1F2937"/>
                </a:solidFill>
              </a:defRPr>
            </a:pPr>
            <a:r>
              <a:t>2. Create new stock (NVDA)</a:t>
            </a:r>
          </a:p>
          <a:p>
            <a:pPr algn="l">
              <a:spcBef>
                <a:spcPts val="2000"/>
              </a:spcBef>
              <a:defRPr sz="3200">
                <a:solidFill>
                  <a:srgbClr val="1F2937"/>
                </a:solidFill>
              </a:defRPr>
            </a:pPr>
            <a:r>
              <a:t>3. View card details &amp; price history</a:t>
            </a:r>
          </a:p>
          <a:p>
            <a:pPr algn="l">
              <a:spcBef>
                <a:spcPts val="2000"/>
              </a:spcBef>
              <a:defRPr sz="3200">
                <a:solidFill>
                  <a:srgbClr val="1F2937"/>
                </a:solidFill>
              </a:defRPr>
            </a:pPr>
            <a:r>
              <a:t>4. Tag management</a:t>
            </a:r>
          </a:p>
          <a:p>
            <a:pPr algn="l">
              <a:spcBef>
                <a:spcPts val="2000"/>
              </a:spcBef>
              <a:defRPr sz="3200">
                <a:solidFill>
                  <a:srgbClr val="1F2937"/>
                </a:solidFill>
              </a:defRPr>
            </a:pPr>
            <a:r>
              <a:t>5. Filters &amp; sorting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221</Words>
  <Application>Microsoft Macintosh PowerPoint</Application>
  <PresentationFormat>Custom</PresentationFormat>
  <Paragraphs>58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Abzhanov, Alikhan</cp:lastModifiedBy>
  <cp:revision>3</cp:revision>
  <dcterms:created xsi:type="dcterms:W3CDTF">2013-01-27T09:14:16Z</dcterms:created>
  <dcterms:modified xsi:type="dcterms:W3CDTF">2025-12-16T14:54:48Z</dcterms:modified>
  <cp:category/>
</cp:coreProperties>
</file>